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1"/>
  </p:sldMasterIdLst>
  <p:sldIdLst>
    <p:sldId id="256" r:id="rId2"/>
    <p:sldId id="265" r:id="rId3"/>
    <p:sldId id="257" r:id="rId4"/>
    <p:sldId id="266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 kumar" userId="bf8c772e24add1ee" providerId="LiveId" clId="{1E3CCD74-7006-4F31-B732-5C96B834BC2F}"/>
    <pc:docChg chg="custSel addSld modSld">
      <pc:chgData name="p kumar" userId="bf8c772e24add1ee" providerId="LiveId" clId="{1E3CCD74-7006-4F31-B732-5C96B834BC2F}" dt="2026-10-05T14:55:04.356" v="1491" actId="680"/>
      <pc:docMkLst>
        <pc:docMk/>
      </pc:docMkLst>
      <pc:sldChg chg="modSp mod">
        <pc:chgData name="p kumar" userId="bf8c772e24add1ee" providerId="LiveId" clId="{1E3CCD74-7006-4F31-B732-5C96B834BC2F}" dt="2026-10-05T04:49:23.430" v="1479" actId="123"/>
        <pc:sldMkLst>
          <pc:docMk/>
          <pc:sldMk cId="2390063468" sldId="257"/>
        </pc:sldMkLst>
        <pc:spChg chg="mod">
          <ac:chgData name="p kumar" userId="bf8c772e24add1ee" providerId="LiveId" clId="{1E3CCD74-7006-4F31-B732-5C96B834BC2F}" dt="2026-10-05T04:49:23.430" v="1479" actId="123"/>
          <ac:spMkLst>
            <pc:docMk/>
            <pc:sldMk cId="2390063468" sldId="257"/>
            <ac:spMk id="3" creationId="{4675111A-0413-8867-D9D3-63E7CBB96E86}"/>
          </ac:spMkLst>
        </pc:spChg>
      </pc:sldChg>
      <pc:sldChg chg="modSp mod">
        <pc:chgData name="p kumar" userId="bf8c772e24add1ee" providerId="LiveId" clId="{1E3CCD74-7006-4F31-B732-5C96B834BC2F}" dt="2026-10-05T04:50:53.045" v="1488" actId="5793"/>
        <pc:sldMkLst>
          <pc:docMk/>
          <pc:sldMk cId="2414758385" sldId="258"/>
        </pc:sldMkLst>
        <pc:spChg chg="mod">
          <ac:chgData name="p kumar" userId="bf8c772e24add1ee" providerId="LiveId" clId="{1E3CCD74-7006-4F31-B732-5C96B834BC2F}" dt="2026-10-05T04:50:53.045" v="1488" actId="5793"/>
          <ac:spMkLst>
            <pc:docMk/>
            <pc:sldMk cId="2414758385" sldId="258"/>
            <ac:spMk id="2" creationId="{D877F8A9-29E6-EF8D-4572-A6276FA276AE}"/>
          </ac:spMkLst>
        </pc:spChg>
        <pc:spChg chg="mod">
          <ac:chgData name="p kumar" userId="bf8c772e24add1ee" providerId="LiveId" clId="{1E3CCD74-7006-4F31-B732-5C96B834BC2F}" dt="2026-10-05T04:50:24.854" v="1480" actId="2711"/>
          <ac:spMkLst>
            <pc:docMk/>
            <pc:sldMk cId="2414758385" sldId="258"/>
            <ac:spMk id="3" creationId="{2F0C3B3C-54A7-0ABC-0B2B-ADEC8F0880DA}"/>
          </ac:spMkLst>
        </pc:spChg>
      </pc:sldChg>
      <pc:sldChg chg="modSp mod">
        <pc:chgData name="p kumar" userId="bf8c772e24add1ee" providerId="LiveId" clId="{1E3CCD74-7006-4F31-B732-5C96B834BC2F}" dt="2026-10-05T04:49:04.476" v="1477" actId="123"/>
        <pc:sldMkLst>
          <pc:docMk/>
          <pc:sldMk cId="748422367" sldId="259"/>
        </pc:sldMkLst>
        <pc:spChg chg="mod">
          <ac:chgData name="p kumar" userId="bf8c772e24add1ee" providerId="LiveId" clId="{1E3CCD74-7006-4F31-B732-5C96B834BC2F}" dt="2026-10-04T16:27:45.672" v="21" actId="403"/>
          <ac:spMkLst>
            <pc:docMk/>
            <pc:sldMk cId="748422367" sldId="259"/>
            <ac:spMk id="2" creationId="{86372B91-C795-4618-9C28-2F872D550BBB}"/>
          </ac:spMkLst>
        </pc:spChg>
        <pc:spChg chg="mod">
          <ac:chgData name="p kumar" userId="bf8c772e24add1ee" providerId="LiveId" clId="{1E3CCD74-7006-4F31-B732-5C96B834BC2F}" dt="2026-10-05T04:49:04.476" v="1477" actId="123"/>
          <ac:spMkLst>
            <pc:docMk/>
            <pc:sldMk cId="748422367" sldId="259"/>
            <ac:spMk id="3" creationId="{1A7F4652-F106-4B83-AF1C-F17A416E5271}"/>
          </ac:spMkLst>
        </pc:spChg>
      </pc:sldChg>
      <pc:sldChg chg="modSp mod">
        <pc:chgData name="p kumar" userId="bf8c772e24add1ee" providerId="LiveId" clId="{1E3CCD74-7006-4F31-B732-5C96B834BC2F}" dt="2026-10-05T04:51:27.426" v="1490" actId="1076"/>
        <pc:sldMkLst>
          <pc:docMk/>
          <pc:sldMk cId="1100592698" sldId="260"/>
        </pc:sldMkLst>
        <pc:spChg chg="mod">
          <ac:chgData name="p kumar" userId="bf8c772e24add1ee" providerId="LiveId" clId="{1E3CCD74-7006-4F31-B732-5C96B834BC2F}" dt="2026-10-05T04:51:27.426" v="1490" actId="1076"/>
          <ac:spMkLst>
            <pc:docMk/>
            <pc:sldMk cId="1100592698" sldId="260"/>
            <ac:spMk id="2" creationId="{8FB406E2-E331-4CEA-95A8-8DB2D347222E}"/>
          </ac:spMkLst>
        </pc:spChg>
        <pc:spChg chg="mod">
          <ac:chgData name="p kumar" userId="bf8c772e24add1ee" providerId="LiveId" clId="{1E3CCD74-7006-4F31-B732-5C96B834BC2F}" dt="2026-10-05T04:51:21.583" v="1489" actId="14100"/>
          <ac:spMkLst>
            <pc:docMk/>
            <pc:sldMk cId="1100592698" sldId="260"/>
            <ac:spMk id="3" creationId="{597C8589-E8C4-B9B4-4AC3-88104146FE96}"/>
          </ac:spMkLst>
        </pc:spChg>
      </pc:sldChg>
      <pc:sldChg chg="modSp mod">
        <pc:chgData name="p kumar" userId="bf8c772e24add1ee" providerId="LiveId" clId="{1E3CCD74-7006-4F31-B732-5C96B834BC2F}" dt="2026-10-05T04:48:45.787" v="1475" actId="123"/>
        <pc:sldMkLst>
          <pc:docMk/>
          <pc:sldMk cId="2268983683" sldId="261"/>
        </pc:sldMkLst>
        <pc:spChg chg="mod">
          <ac:chgData name="p kumar" userId="bf8c772e24add1ee" providerId="LiveId" clId="{1E3CCD74-7006-4F31-B732-5C96B834BC2F}" dt="2026-10-04T16:33:49.460" v="63" actId="2711"/>
          <ac:spMkLst>
            <pc:docMk/>
            <pc:sldMk cId="2268983683" sldId="261"/>
            <ac:spMk id="2" creationId="{716DFD2F-E524-2309-50DB-60AB53285E35}"/>
          </ac:spMkLst>
        </pc:spChg>
        <pc:spChg chg="mod">
          <ac:chgData name="p kumar" userId="bf8c772e24add1ee" providerId="LiveId" clId="{1E3CCD74-7006-4F31-B732-5C96B834BC2F}" dt="2026-10-05T04:48:45.787" v="1475" actId="123"/>
          <ac:spMkLst>
            <pc:docMk/>
            <pc:sldMk cId="2268983683" sldId="261"/>
            <ac:spMk id="3" creationId="{04850C65-460B-AB8D-5346-FC70DE19F3EC}"/>
          </ac:spMkLst>
        </pc:spChg>
      </pc:sldChg>
      <pc:sldChg chg="modSp mod">
        <pc:chgData name="p kumar" userId="bf8c772e24add1ee" providerId="LiveId" clId="{1E3CCD74-7006-4F31-B732-5C96B834BC2F}" dt="2026-10-05T04:48:38.113" v="1474" actId="123"/>
        <pc:sldMkLst>
          <pc:docMk/>
          <pc:sldMk cId="1126823314" sldId="262"/>
        </pc:sldMkLst>
        <pc:spChg chg="mod">
          <ac:chgData name="p kumar" userId="bf8c772e24add1ee" providerId="LiveId" clId="{1E3CCD74-7006-4F31-B732-5C96B834BC2F}" dt="2026-10-05T04:03:46.708" v="730" actId="2711"/>
          <ac:spMkLst>
            <pc:docMk/>
            <pc:sldMk cId="1126823314" sldId="262"/>
            <ac:spMk id="2" creationId="{D2F189C0-0C6E-47BC-0F53-DA77252CD90F}"/>
          </ac:spMkLst>
        </pc:spChg>
        <pc:spChg chg="mod">
          <ac:chgData name="p kumar" userId="bf8c772e24add1ee" providerId="LiveId" clId="{1E3CCD74-7006-4F31-B732-5C96B834BC2F}" dt="2026-10-05T04:48:38.113" v="1474" actId="123"/>
          <ac:spMkLst>
            <pc:docMk/>
            <pc:sldMk cId="1126823314" sldId="262"/>
            <ac:spMk id="3" creationId="{E007131A-E64E-0220-00A3-038EB0E77FA5}"/>
          </ac:spMkLst>
        </pc:spChg>
      </pc:sldChg>
      <pc:sldChg chg="addSp delSp modSp new mod">
        <pc:chgData name="p kumar" userId="bf8c772e24add1ee" providerId="LiveId" clId="{1E3CCD74-7006-4F31-B732-5C96B834BC2F}" dt="2026-10-05T04:48:28.672" v="1473" actId="123"/>
        <pc:sldMkLst>
          <pc:docMk/>
          <pc:sldMk cId="1310365161" sldId="263"/>
        </pc:sldMkLst>
        <pc:spChg chg="mod">
          <ac:chgData name="p kumar" userId="bf8c772e24add1ee" providerId="LiveId" clId="{1E3CCD74-7006-4F31-B732-5C96B834BC2F}" dt="2026-10-05T04:43:55.986" v="1313" actId="122"/>
          <ac:spMkLst>
            <pc:docMk/>
            <pc:sldMk cId="1310365161" sldId="263"/>
            <ac:spMk id="2" creationId="{65A9864E-F33C-A7A4-DADC-5A3C5260349B}"/>
          </ac:spMkLst>
        </pc:spChg>
        <pc:spChg chg="mod">
          <ac:chgData name="p kumar" userId="bf8c772e24add1ee" providerId="LiveId" clId="{1E3CCD74-7006-4F31-B732-5C96B834BC2F}" dt="2026-10-05T04:48:28.672" v="1473" actId="123"/>
          <ac:spMkLst>
            <pc:docMk/>
            <pc:sldMk cId="1310365161" sldId="263"/>
            <ac:spMk id="3" creationId="{5C81CF44-8D4B-0B32-CFAA-DEDDB3790090}"/>
          </ac:spMkLst>
        </pc:spChg>
        <pc:spChg chg="add del mod">
          <ac:chgData name="p kumar" userId="bf8c772e24add1ee" providerId="LiveId" clId="{1E3CCD74-7006-4F31-B732-5C96B834BC2F}" dt="2026-10-05T04:40:58.563" v="1124" actId="478"/>
          <ac:spMkLst>
            <pc:docMk/>
            <pc:sldMk cId="1310365161" sldId="263"/>
            <ac:spMk id="5" creationId="{1C97CCC9-0AFF-5B7A-1630-A4825188586C}"/>
          </ac:spMkLst>
        </pc:spChg>
      </pc:sldChg>
      <pc:sldChg chg="modSp new mod">
        <pc:chgData name="p kumar" userId="bf8c772e24add1ee" providerId="LiveId" clId="{1E3CCD74-7006-4F31-B732-5C96B834BC2F}" dt="2026-10-05T04:43:33.964" v="1308" actId="403"/>
        <pc:sldMkLst>
          <pc:docMk/>
          <pc:sldMk cId="203159976" sldId="264"/>
        </pc:sldMkLst>
        <pc:spChg chg="mod">
          <ac:chgData name="p kumar" userId="bf8c772e24add1ee" providerId="LiveId" clId="{1E3CCD74-7006-4F31-B732-5C96B834BC2F}" dt="2026-10-05T04:43:33.964" v="1308" actId="403"/>
          <ac:spMkLst>
            <pc:docMk/>
            <pc:sldMk cId="203159976" sldId="264"/>
            <ac:spMk id="2" creationId="{0D4EE37E-F763-87B9-84F9-6AAA080F563B}"/>
          </ac:spMkLst>
        </pc:spChg>
        <pc:spChg chg="mod">
          <ac:chgData name="p kumar" userId="bf8c772e24add1ee" providerId="LiveId" clId="{1E3CCD74-7006-4F31-B732-5C96B834BC2F}" dt="2026-10-05T04:43:24.538" v="1304" actId="2711"/>
          <ac:spMkLst>
            <pc:docMk/>
            <pc:sldMk cId="203159976" sldId="264"/>
            <ac:spMk id="3" creationId="{3BA7E97B-F46F-525C-4D51-AE187B80A0EA}"/>
          </ac:spMkLst>
        </pc:spChg>
      </pc:sldChg>
      <pc:sldChg chg="modSp new mod">
        <pc:chgData name="p kumar" userId="bf8c772e24add1ee" providerId="LiveId" clId="{1E3CCD74-7006-4F31-B732-5C96B834BC2F}" dt="2026-10-05T04:47:40.848" v="1470" actId="122"/>
        <pc:sldMkLst>
          <pc:docMk/>
          <pc:sldMk cId="1021955939" sldId="265"/>
        </pc:sldMkLst>
        <pc:spChg chg="mod">
          <ac:chgData name="p kumar" userId="bf8c772e24add1ee" providerId="LiveId" clId="{1E3CCD74-7006-4F31-B732-5C96B834BC2F}" dt="2026-10-05T04:47:34.579" v="1469" actId="122"/>
          <ac:spMkLst>
            <pc:docMk/>
            <pc:sldMk cId="1021955939" sldId="265"/>
            <ac:spMk id="2" creationId="{E96F6667-4D99-FA81-365D-132EBA02BF7C}"/>
          </ac:spMkLst>
        </pc:spChg>
        <pc:spChg chg="mod">
          <ac:chgData name="p kumar" userId="bf8c772e24add1ee" providerId="LiveId" clId="{1E3CCD74-7006-4F31-B732-5C96B834BC2F}" dt="2026-10-05T04:47:40.848" v="1470" actId="122"/>
          <ac:spMkLst>
            <pc:docMk/>
            <pc:sldMk cId="1021955939" sldId="265"/>
            <ac:spMk id="3" creationId="{DF837CDF-7512-0251-19CA-61EBC5BB7F24}"/>
          </ac:spMkLst>
        </pc:spChg>
      </pc:sldChg>
      <pc:sldChg chg="new">
        <pc:chgData name="p kumar" userId="bf8c772e24add1ee" providerId="LiveId" clId="{1E3CCD74-7006-4F31-B732-5C96B834BC2F}" dt="2026-10-05T14:55:04.356" v="1491" actId="680"/>
        <pc:sldMkLst>
          <pc:docMk/>
          <pc:sldMk cId="2495045197" sldId="26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7432" y="0"/>
            <a:ext cx="12219432" cy="686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259" y="1820486"/>
            <a:ext cx="4800600" cy="27621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260" y="4714821"/>
            <a:ext cx="3830874" cy="1496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5259" y="219456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440" y="219456"/>
            <a:ext cx="149536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4B44971-82D1-4F4F-81FA-71FE1CA14D7B}" type="datetimeFigureOut">
              <a:rPr lang="en-ID" smtClean="0"/>
              <a:t>05/10/2026</a:t>
            </a:fld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395EABD-14BF-461E-AE8E-042D4D38374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2446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17452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4B44971-82D1-4F4F-81FA-71FE1CA14D7B}" type="datetimeFigureOut">
              <a:rPr lang="en-ID" smtClean="0"/>
              <a:t>05/10/2026</a:t>
            </a:fld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395EABD-14BF-461E-AE8E-042D4D383747}" type="slidenum">
              <a:rPr lang="en-ID" smtClean="0"/>
              <a:t>‹#›</a:t>
            </a:fld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40104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6AC85073-6D22-76C5-C752-C565E9FBC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2" y="11899"/>
            <a:ext cx="12192001" cy="686571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459253"/>
            <a:ext cx="5658468" cy="2691359"/>
          </a:xfrm>
        </p:spPr>
        <p:txBody>
          <a:bodyPr/>
          <a:lstStyle>
            <a:lvl1pPr>
              <a:defRPr sz="4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264" y="516600"/>
            <a:ext cx="2593814" cy="162788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19456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19456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4B44971-82D1-4F4F-81FA-71FE1CA14D7B}" type="datetimeFigureOut">
              <a:rPr lang="en-ID" smtClean="0"/>
              <a:t>05/10/2026</a:t>
            </a:fld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395EABD-14BF-461E-AE8E-042D4D38374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01598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EB34FF5-770C-AA64-B806-5D6DED7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63843"/>
            <a:ext cx="12188952" cy="2394157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9132BB0-A42B-7355-8046-F22B2344C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1099" y="4463843"/>
            <a:ext cx="3387853" cy="2394157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37656" y="219456"/>
            <a:ext cx="27406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66095" y="219456"/>
            <a:ext cx="195799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4B44971-82D1-4F4F-81FA-71FE1CA14D7B}" type="datetimeFigureOut">
              <a:rPr lang="en-ID" smtClean="0"/>
              <a:t>05/10/2026</a:t>
            </a:fld>
            <a:endParaRPr lang="en-ID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9456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395EABD-14BF-461E-AE8E-042D4D38374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046286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6F838A51-B977-1664-089F-3B2250DFE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8117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9456"/>
            <a:ext cx="19132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4B44971-82D1-4F4F-81FA-71FE1CA14D7B}" type="datetimeFigureOut">
              <a:rPr lang="en-ID" smtClean="0"/>
              <a:t>05/10/2026</a:t>
            </a:fld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395EABD-14BF-461E-AE8E-042D4D38374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66895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D09BF41B-6D10-9A6E-03E4-5E7320A61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2"/>
            <a:ext cx="12192000" cy="28690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8" y="2138776"/>
            <a:ext cx="6433266" cy="1962149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33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4B44971-82D1-4F4F-81FA-71FE1CA14D7B}" type="datetimeFigureOut">
              <a:rPr lang="en-ID" smtClean="0"/>
              <a:t>05/10/2026</a:t>
            </a:fld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395EABD-14BF-461E-AE8E-042D4D383747}" type="slidenum">
              <a:rPr lang="en-ID" smtClean="0"/>
              <a:t>‹#›</a:t>
            </a:fld>
            <a:endParaRPr lang="en-ID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53301" y="2138776"/>
            <a:ext cx="3718420" cy="4109624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8251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BD349A90-08FB-AFC0-8649-56404DF7B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9982" y="2555751"/>
            <a:ext cx="12192000" cy="43439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52" y="3481713"/>
            <a:ext cx="5496426" cy="2092272"/>
          </a:xfrm>
        </p:spPr>
        <p:txBody>
          <a:bodyPr anchor="t">
            <a:normAutofit/>
          </a:bodyPr>
          <a:lstStyle>
            <a:lvl1pPr>
              <a:defRPr sz="7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3EA2DD-B019-E3AA-ACB7-13CC3353E8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2555751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660" y="2734068"/>
            <a:ext cx="272733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5567" y="2734068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4B44971-82D1-4F4F-81FA-71FE1CA14D7B}" type="datetimeFigureOut">
              <a:rPr lang="en-ID" smtClean="0"/>
              <a:t>05/10/2026</a:t>
            </a:fld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614" y="2734068"/>
            <a:ext cx="52669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395EABD-14BF-461E-AE8E-042D4D383747}" type="slidenum">
              <a:rPr lang="en-ID" smtClean="0"/>
              <a:t>‹#›</a:t>
            </a:fld>
            <a:endParaRPr lang="en-ID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85567" y="3481713"/>
            <a:ext cx="3916103" cy="2765887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8034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518E8C82-2B1B-76C7-A67D-099AEEEAD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6324601" y="1"/>
            <a:ext cx="588125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51" y="1276990"/>
            <a:ext cx="5378267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418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4B44971-82D1-4F4F-81FA-71FE1CA14D7B}" type="datetimeFigureOut">
              <a:rPr lang="en-ID" smtClean="0"/>
              <a:t>05/10/2026</a:t>
            </a:fld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295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395EABD-14BF-461E-AE8E-042D4D383747}" type="slidenum">
              <a:rPr lang="en-ID" smtClean="0"/>
              <a:t>‹#›</a:t>
            </a:fld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77" y="2471736"/>
            <a:ext cx="5378268" cy="36627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93914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E41EB56E-DF88-E5AB-35AF-891395DCD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406900"/>
            <a:ext cx="9144000" cy="2451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9" y="1886712"/>
            <a:ext cx="3507989" cy="3233928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8394"/>
            <a:ext cx="253211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400" y="208394"/>
            <a:ext cx="20175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4B44971-82D1-4F4F-81FA-71FE1CA14D7B}" type="datetimeFigureOut">
              <a:rPr lang="en-ID" smtClean="0"/>
              <a:t>05/10/2026</a:t>
            </a:fld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588" y="208394"/>
            <a:ext cx="553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395EABD-14BF-461E-AE8E-042D4D383747}" type="slidenum">
              <a:rPr lang="en-ID" smtClean="0"/>
              <a:t>‹#›</a:t>
            </a:fld>
            <a:endParaRPr lang="en-ID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7401" y="1886712"/>
            <a:ext cx="4495800" cy="3233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72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436" y="1115568"/>
            <a:ext cx="2505264" cy="162412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74064" y="215823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4B44971-82D1-4F4F-81FA-71FE1CA14D7B}" type="datetimeFigureOut">
              <a:rPr lang="en-ID" smtClean="0"/>
              <a:t>05/10/2026</a:t>
            </a:fld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242" y="215823"/>
            <a:ext cx="549272" cy="338328"/>
          </a:xfrm>
        </p:spPr>
        <p:txBody>
          <a:bodyPr/>
          <a:lstStyle/>
          <a:p>
            <a:fld id="{A395EABD-14BF-461E-AE8E-042D4D383747}" type="slidenum">
              <a:rPr lang="en-ID" smtClean="0"/>
              <a:t>‹#›</a:t>
            </a:fld>
            <a:endParaRPr lang="en-ID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8436" y="3028523"/>
            <a:ext cx="2505264" cy="341037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74064" y="1181100"/>
            <a:ext cx="8817936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702253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4000500" cy="1352516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727930" cy="338328"/>
          </a:xfrm>
        </p:spPr>
        <p:txBody>
          <a:bodyPr/>
          <a:lstStyle/>
          <a:p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7899" y="219456"/>
            <a:ext cx="1747774" cy="338328"/>
          </a:xfrm>
        </p:spPr>
        <p:txBody>
          <a:bodyPr/>
          <a:lstStyle/>
          <a:p>
            <a:fld id="{84B44971-82D1-4F4F-81FA-71FE1CA14D7B}" type="datetimeFigureOut">
              <a:rPr lang="en-ID" smtClean="0"/>
              <a:t>05/10/2026</a:t>
            </a:fld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948" y="216280"/>
            <a:ext cx="551113" cy="338328"/>
          </a:xfrm>
        </p:spPr>
        <p:txBody>
          <a:bodyPr/>
          <a:lstStyle/>
          <a:p>
            <a:fld id="{A395EABD-14BF-461E-AE8E-042D4D383747}" type="slidenum">
              <a:rPr lang="en-ID" smtClean="0"/>
              <a:t>‹#›</a:t>
            </a:fld>
            <a:endParaRPr lang="en-ID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7899" y="1104900"/>
            <a:ext cx="6925002" cy="1352516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None/>
              <a:defRPr sz="1400"/>
            </a:lvl1pPr>
            <a:lvl2pPr marL="514350" indent="-285750">
              <a:buFont typeface="Arial" panose="020B0604020202020204" pitchFamily="34" charset="0"/>
              <a:buNone/>
              <a:defRPr sz="14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400"/>
            </a:lvl4pPr>
            <a:lvl5pPr marL="1085850" indent="-17145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6877B-7C99-D26C-DFEC-72A4289A8F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938509"/>
            <a:ext cx="12192000" cy="3919491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9098505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2514600" cy="291891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ID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23747" y="0"/>
            <a:ext cx="8768253" cy="3985719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4077628"/>
            <a:ext cx="1920240" cy="338328"/>
          </a:xfrm>
        </p:spPr>
        <p:txBody>
          <a:bodyPr/>
          <a:lstStyle/>
          <a:p>
            <a:fld id="{84B44971-82D1-4F4F-81FA-71FE1CA14D7B}" type="datetimeFigureOut">
              <a:rPr lang="en-ID" smtClean="0"/>
              <a:t>05/10/2026</a:t>
            </a:fld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407762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395EABD-14BF-461E-AE8E-042D4D383747}" type="slidenum">
              <a:rPr lang="en-ID" smtClean="0"/>
              <a:t>‹#›</a:t>
            </a:fld>
            <a:endParaRPr lang="en-ID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4423576"/>
            <a:ext cx="8420100" cy="1824824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71183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1339" y="1115568"/>
            <a:ext cx="5247577" cy="99413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933700" cy="338328"/>
          </a:xfrm>
        </p:spPr>
        <p:txBody>
          <a:bodyPr/>
          <a:lstStyle/>
          <a:p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96579" y="209088"/>
            <a:ext cx="184404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4B44971-82D1-4F4F-81FA-71FE1CA14D7B}" type="datetimeFigureOut">
              <a:rPr lang="en-ID" smtClean="0"/>
              <a:t>05/10/2026</a:t>
            </a:fld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4185" y="209088"/>
            <a:ext cx="555948" cy="338328"/>
          </a:xfrm>
        </p:spPr>
        <p:txBody>
          <a:bodyPr/>
          <a:lstStyle/>
          <a:p>
            <a:fld id="{A395EABD-14BF-461E-AE8E-042D4D383747}" type="slidenum">
              <a:rPr lang="en-ID" smtClean="0"/>
              <a:t>‹#›</a:t>
            </a:fld>
            <a:endParaRPr lang="en-ID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BFBE8F-8803-50FD-04BC-3A247F9767C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181100"/>
            <a:ext cx="5247577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81339" y="2133600"/>
            <a:ext cx="5247577" cy="41148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89117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57" y="1115568"/>
            <a:ext cx="3607670" cy="317054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597106" cy="338328"/>
          </a:xfrm>
        </p:spPr>
        <p:txBody>
          <a:bodyPr/>
          <a:lstStyle/>
          <a:p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5909" y="214858"/>
            <a:ext cx="1586711" cy="338328"/>
          </a:xfrm>
        </p:spPr>
        <p:txBody>
          <a:bodyPr/>
          <a:lstStyle/>
          <a:p>
            <a:fld id="{84B44971-82D1-4F4F-81FA-71FE1CA14D7B}" type="datetimeFigureOut">
              <a:rPr lang="en-ID" smtClean="0"/>
              <a:t>05/10/2026</a:t>
            </a:fld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7610" y="214858"/>
            <a:ext cx="555948" cy="338328"/>
          </a:xfrm>
        </p:spPr>
        <p:txBody>
          <a:bodyPr/>
          <a:lstStyle/>
          <a:p>
            <a:fld id="{A395EABD-14BF-461E-AE8E-042D4D383747}" type="slidenum">
              <a:rPr lang="en-ID" smtClean="0"/>
              <a:t>‹#›</a:t>
            </a:fld>
            <a:endParaRPr lang="en-ID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5909" y="1112672"/>
            <a:ext cx="6926991" cy="196780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1707E4-5122-AA3B-7CFC-6AF9C0BAC4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03079" y="3500203"/>
            <a:ext cx="7288921" cy="3357797"/>
          </a:xfrm>
          <a:custGeom>
            <a:avLst/>
            <a:gdLst>
              <a:gd name="connsiteX0" fmla="*/ 0 w 7391400"/>
              <a:gd name="connsiteY0" fmla="*/ 0 h 3018269"/>
              <a:gd name="connsiteX1" fmla="*/ 7391400 w 7391400"/>
              <a:gd name="connsiteY1" fmla="*/ 0 h 3018269"/>
              <a:gd name="connsiteX2" fmla="*/ 7391400 w 7391400"/>
              <a:gd name="connsiteY2" fmla="*/ 3018269 h 3018269"/>
              <a:gd name="connsiteX3" fmla="*/ 0 w 7391400"/>
              <a:gd name="connsiteY3" fmla="*/ 3018269 h 301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8066485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3429001"/>
            <a:ext cx="2501307" cy="2551982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2192000" cy="27050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865290"/>
            <a:ext cx="2726376" cy="338328"/>
          </a:xfrm>
        </p:spPr>
        <p:txBody>
          <a:bodyPr/>
          <a:lstStyle/>
          <a:p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799" y="2865290"/>
            <a:ext cx="1967345" cy="338328"/>
          </a:xfrm>
        </p:spPr>
        <p:txBody>
          <a:bodyPr/>
          <a:lstStyle/>
          <a:p>
            <a:fld id="{84B44971-82D1-4F4F-81FA-71FE1CA14D7B}" type="datetimeFigureOut">
              <a:rPr lang="en-ID" smtClean="0"/>
              <a:t>05/10/2026</a:t>
            </a:fld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865290"/>
            <a:ext cx="555948" cy="338328"/>
          </a:xfrm>
        </p:spPr>
        <p:txBody>
          <a:bodyPr/>
          <a:lstStyle/>
          <a:p>
            <a:fld id="{A395EABD-14BF-461E-AE8E-042D4D383747}" type="slidenum">
              <a:rPr lang="en-ID" smtClean="0"/>
              <a:t>‹#›</a:t>
            </a:fld>
            <a:endParaRPr lang="en-ID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3429000"/>
            <a:ext cx="8210204" cy="30099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23722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30" y="1115568"/>
            <a:ext cx="3603256" cy="140987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09088"/>
            <a:ext cx="2514600" cy="338328"/>
          </a:xfrm>
        </p:spPr>
        <p:txBody>
          <a:bodyPr/>
          <a:lstStyle/>
          <a:p>
            <a:fld id="{84B44971-82D1-4F4F-81FA-71FE1CA14D7B}" type="datetimeFigureOut">
              <a:rPr lang="en-ID" smtClean="0"/>
              <a:t>05/10/2026</a:t>
            </a:fld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019" y="219456"/>
            <a:ext cx="56434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395EABD-14BF-461E-AE8E-042D4D383747}" type="slidenum">
              <a:rPr lang="en-ID" smtClean="0"/>
              <a:t>‹#›</a:t>
            </a:fld>
            <a:endParaRPr lang="en-ID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230" y="2705100"/>
            <a:ext cx="3603256" cy="36957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3D1CED-EDC4-B2B7-E11C-EF0ED41A91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35269" y="1175658"/>
            <a:ext cx="7256731" cy="5682342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7121643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607626"/>
            <a:ext cx="4419600" cy="164077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914" y="0"/>
            <a:ext cx="4836786" cy="421419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1275" y="209088"/>
            <a:ext cx="2726376" cy="338328"/>
          </a:xfrm>
        </p:spPr>
        <p:txBody>
          <a:bodyPr/>
          <a:lstStyle/>
          <a:p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0525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4B44971-82D1-4F4F-81FA-71FE1CA14D7B}" type="datetimeFigureOut">
              <a:rPr lang="en-ID" smtClean="0"/>
              <a:t>05/10/2026</a:t>
            </a:fld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5EABD-14BF-461E-AE8E-042D4D383747}" type="slidenum">
              <a:rPr lang="en-ID" smtClean="0"/>
              <a:t>‹#›</a:t>
            </a:fld>
            <a:endParaRPr lang="en-ID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41276" y="1104900"/>
            <a:ext cx="5750381" cy="5143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6289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3105335" cy="163651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2536988" cy="338328"/>
          </a:xfrm>
        </p:spPr>
        <p:txBody>
          <a:bodyPr/>
          <a:lstStyle/>
          <a:p>
            <a:fld id="{84B44971-82D1-4F4F-81FA-71FE1CA14D7B}" type="datetimeFigureOut">
              <a:rPr lang="en-ID" smtClean="0"/>
              <a:t>05/10/2026</a:t>
            </a:fld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14858"/>
            <a:ext cx="555948" cy="338328"/>
          </a:xfrm>
        </p:spPr>
        <p:txBody>
          <a:bodyPr/>
          <a:lstStyle/>
          <a:p>
            <a:fld id="{A395EABD-14BF-461E-AE8E-042D4D383747}" type="slidenum">
              <a:rPr lang="en-ID" smtClean="0"/>
              <a:t>‹#›</a:t>
            </a:fld>
            <a:endParaRPr lang="en-ID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D0EC2-AB64-20F7-00E1-73B35DEAA2D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3017520"/>
            <a:ext cx="3417902" cy="384048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55522" y="1104901"/>
            <a:ext cx="7476571" cy="5333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197633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26FEAF5-B987-7B83-7D1F-A4C535E2B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12192000" cy="686409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9DD887D-B316-418B-8AF4-4F94122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5082379"/>
            <a:ext cx="4000500" cy="1169230"/>
          </a:xfrm>
        </p:spPr>
        <p:txBody>
          <a:bodyPr anchor="b">
            <a:normAutofit/>
          </a:bodyPr>
          <a:lstStyle>
            <a:lvl1pPr>
              <a:defRPr sz="2000" spc="-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09088"/>
            <a:ext cx="197069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4B44971-82D1-4F4F-81FA-71FE1CA14D7B}" type="datetimeFigureOut">
              <a:rPr lang="en-ID" smtClean="0"/>
              <a:t>05/10/2026</a:t>
            </a:fld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395EABD-14BF-461E-AE8E-042D4D383747}" type="slidenum">
              <a:rPr lang="en-ID" smtClean="0"/>
              <a:t>‹#›</a:t>
            </a:fld>
            <a:endParaRPr lang="en-ID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2D9118-C154-84FE-9D86-92525287F07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80988" y="1063625"/>
            <a:ext cx="10428287" cy="350837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26000"/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170592574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>
            <a:extLst>
              <a:ext uri="{FF2B5EF4-FFF2-40B4-BE49-F238E27FC236}">
                <a16:creationId xmlns:a16="http://schemas.microsoft.com/office/drawing/2014/main" id="{27A6C04A-3EE2-7293-8111-E4CF6B18B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0"/>
            <a:ext cx="12192000" cy="4802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4B44971-82D1-4F4F-81FA-71FE1CA14D7B}" type="datetimeFigureOut">
              <a:rPr lang="en-ID" smtClean="0"/>
              <a:t>05/10/2026</a:t>
            </a:fld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395EABD-14BF-461E-AE8E-042D4D383747}" type="slidenum">
              <a:rPr lang="en-ID" smtClean="0"/>
              <a:t>‹#›</a:t>
            </a:fld>
            <a:endParaRPr lang="en-ID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885606"/>
            <a:ext cx="8801101" cy="3553293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60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47961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56ABB8EC-1098-DCAC-E2E3-BCA53EEC6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12192000" cy="68640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899" y="4874218"/>
            <a:ext cx="8506567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4B44971-82D1-4F4F-81FA-71FE1CA14D7B}" type="datetimeFigureOut">
              <a:rPr lang="en-ID" smtClean="0"/>
              <a:t>05/10/2026</a:t>
            </a:fld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395EABD-14BF-461E-AE8E-042D4D383747}" type="slidenum">
              <a:rPr lang="en-ID" smtClean="0"/>
              <a:t>‹#›</a:t>
            </a:fld>
            <a:endParaRPr lang="en-ID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899" y="1856096"/>
            <a:ext cx="8506567" cy="2855388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7167987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8382000" cy="7016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4B44971-82D1-4F4F-81FA-71FE1CA14D7B}" type="datetimeFigureOut">
              <a:rPr lang="en-ID" smtClean="0"/>
              <a:t>05/10/2026</a:t>
            </a:fld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395EABD-14BF-461E-AE8E-042D4D383747}" type="slidenum">
              <a:rPr lang="en-ID" smtClean="0"/>
              <a:t>‹#›</a:t>
            </a:fld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8824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86908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655" y="932098"/>
            <a:ext cx="10835539" cy="7040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4B44971-82D1-4F4F-81FA-71FE1CA14D7B}" type="datetimeFigureOut">
              <a:rPr lang="en-ID" smtClean="0"/>
              <a:t>05/10/2026</a:t>
            </a:fld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395EABD-14BF-461E-AE8E-042D4D383747}" type="slidenum">
              <a:rPr lang="en-ID" smtClean="0"/>
              <a:t>‹#›</a:t>
            </a:fld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654" y="1675614"/>
            <a:ext cx="491391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2285022"/>
            <a:ext cx="4900773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0" y="1675614"/>
            <a:ext cx="496769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401" y="2285022"/>
            <a:ext cx="4982762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526333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8380309" cy="8761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4B44971-82D1-4F4F-81FA-71FE1CA14D7B}" type="datetimeFigureOut">
              <a:rPr lang="en-ID" smtClean="0"/>
              <a:t>05/10/2026</a:t>
            </a:fld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395EABD-14BF-461E-AE8E-042D4D38374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8540061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4B44971-82D1-4F4F-81FA-71FE1CA14D7B}" type="datetimeFigureOut">
              <a:rPr lang="en-ID" smtClean="0"/>
              <a:t>05/10/2026</a:t>
            </a:fld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395EABD-14BF-461E-AE8E-042D4D38374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8533577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>
            <a:extLst>
              <a:ext uri="{FF2B5EF4-FFF2-40B4-BE49-F238E27FC236}">
                <a16:creationId xmlns:a16="http://schemas.microsoft.com/office/drawing/2014/main" id="{CC69B319-31FA-514C-5A82-30B4D1B20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758952"/>
            <a:ext cx="7609668" cy="1734866"/>
          </a:xfrm>
        </p:spPr>
        <p:txBody>
          <a:bodyPr anchor="t">
            <a:no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4B44971-82D1-4F4F-81FA-71FE1CA14D7B}" type="datetimeFigureOut">
              <a:rPr lang="en-ID" smtClean="0"/>
              <a:t>05/10/2026</a:t>
            </a:fld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395EABD-14BF-461E-AE8E-042D4D383747}" type="slidenum">
              <a:rPr lang="en-ID" smtClean="0"/>
              <a:t>‹#›</a:t>
            </a:fld>
            <a:endParaRPr lang="en-ID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" y="2705101"/>
            <a:ext cx="8801100" cy="29475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5175337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86565871-9318-EC0D-5245-A159818CA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2704772"/>
            <a:ext cx="5465660" cy="2733384"/>
          </a:xfrm>
        </p:spPr>
        <p:txBody>
          <a:bodyPr/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4B44971-82D1-4F4F-81FA-71FE1CA14D7B}" type="datetimeFigureOut">
              <a:rPr lang="en-ID" smtClean="0"/>
              <a:t>05/10/2026</a:t>
            </a:fld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395EABD-14BF-461E-AE8E-042D4D383747}" type="slidenum">
              <a:rPr lang="en-ID" smtClean="0"/>
              <a:t>‹#›</a:t>
            </a:fld>
            <a:endParaRPr lang="en-ID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5550" y="2705100"/>
            <a:ext cx="4410075" cy="1562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49369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9942409" cy="8761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417" y="2133600"/>
            <a:ext cx="9942409" cy="430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393" y="214858"/>
            <a:ext cx="272637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1100" y="214858"/>
            <a:ext cx="192024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84B44971-82D1-4F4F-81FA-71FE1CA14D7B}" type="datetimeFigureOut">
              <a:rPr lang="en-ID" smtClean="0"/>
              <a:t>05/10/2026</a:t>
            </a:fld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1657" y="214858"/>
            <a:ext cx="555948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A395EABD-14BF-461E-AE8E-042D4D38374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625671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  <p:sldLayoutId id="2147483719" r:id="rId18"/>
    <p:sldLayoutId id="2147483720" r:id="rId19"/>
    <p:sldLayoutId id="2147483721" r:id="rId20"/>
    <p:sldLayoutId id="2147483722" r:id="rId21"/>
    <p:sldLayoutId id="2147483723" r:id="rId22"/>
    <p:sldLayoutId id="2147483724" r:id="rId23"/>
    <p:sldLayoutId id="2147483725" r:id="rId24"/>
    <p:sldLayoutId id="2147483726" r:id="rId25"/>
    <p:sldLayoutId id="2147483727" r:id="rId26"/>
    <p:sldLayoutId id="2147483728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1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64">
          <p15:clr>
            <a:srgbClr val="F26B43"/>
          </p15:clr>
        </p15:guide>
        <p15:guide id="4" orient="horz" pos="264">
          <p15:clr>
            <a:srgbClr val="F26B43"/>
          </p15:clr>
        </p15:guide>
        <p15:guide id="5" pos="7416">
          <p15:clr>
            <a:srgbClr val="F26B43"/>
          </p15:clr>
        </p15:guide>
        <p15:guide id="12" pos="4632">
          <p15:clr>
            <a:srgbClr val="F26B43"/>
          </p15:clr>
        </p15:guide>
        <p15:guide id="13" pos="5544">
          <p15:clr>
            <a:srgbClr val="F26B43"/>
          </p15:clr>
        </p15:guide>
        <p15:guide id="26" pos="2784">
          <p15:clr>
            <a:srgbClr val="F26B43"/>
          </p15:clr>
        </p15:guide>
        <p15:guide id="27" pos="3048">
          <p15:clr>
            <a:srgbClr val="F26B43"/>
          </p15:clr>
        </p15:guide>
        <p15:guide id="29" pos="3960">
          <p15:clr>
            <a:srgbClr val="F26B43"/>
          </p15:clr>
        </p15:guide>
        <p15:guide id="30" pos="1176">
          <p15:clr>
            <a:srgbClr val="F26B43"/>
          </p15:clr>
        </p15:guide>
        <p15:guide id="31" pos="912">
          <p15:clr>
            <a:srgbClr val="F26B43"/>
          </p15:clr>
        </p15:guide>
        <p15:guide id="32" pos="3696">
          <p15:clr>
            <a:srgbClr val="F26B43"/>
          </p15:clr>
        </p15:guide>
        <p15:guide id="33" pos="1848">
          <p15:clr>
            <a:srgbClr val="F26B43"/>
          </p15:clr>
        </p15:guide>
        <p15:guide id="34" pos="2112">
          <p15:clr>
            <a:srgbClr val="F26B43"/>
          </p15:clr>
        </p15:guide>
        <p15:guide id="36" pos="6528">
          <p15:clr>
            <a:srgbClr val="F26B43"/>
          </p15:clr>
        </p15:guide>
        <p15:guide id="37" pos="6744">
          <p15:clr>
            <a:srgbClr val="F26B43"/>
          </p15:clr>
        </p15:guide>
        <p15:guide id="42" orient="horz" pos="39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1FB8B-90B5-AE64-93E7-3881F3461A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D" sz="8000" b="1" dirty="0">
                <a:latin typeface="Algerian" panose="04020705040A02060702" pitchFamily="82" charset="0"/>
              </a:rPr>
              <a:t>BUDGET PLANNER</a:t>
            </a:r>
          </a:p>
        </p:txBody>
      </p:sp>
    </p:spTree>
    <p:extLst>
      <p:ext uri="{BB962C8B-B14F-4D97-AF65-F5344CB8AC3E}">
        <p14:creationId xmlns:p14="http://schemas.microsoft.com/office/powerpoint/2010/main" val="3502765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F6667-4D99-FA81-365D-132EBA02B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>
                <a:latin typeface="Algerian" panose="04020705040A02060702" pitchFamily="82" charset="0"/>
              </a:rPr>
              <a:t>Team information</a:t>
            </a:r>
            <a:endParaRPr lang="en-ID" sz="4000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37CDF-7512-0251-19CA-61EBC5BB7F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000" dirty="0">
                <a:latin typeface="Algerian" panose="04020705040A02060702" pitchFamily="82" charset="0"/>
              </a:rPr>
              <a:t>2500049070-G.KUSHAL</a:t>
            </a:r>
          </a:p>
          <a:p>
            <a:pPr algn="ctr"/>
            <a:r>
              <a:rPr lang="en-US" sz="2000" dirty="0">
                <a:latin typeface="Algerian" panose="04020705040A02060702" pitchFamily="82" charset="0"/>
              </a:rPr>
              <a:t>2500049051-N.DINESH</a:t>
            </a:r>
          </a:p>
          <a:p>
            <a:pPr algn="ctr"/>
            <a:r>
              <a:rPr lang="en-US" sz="2000" dirty="0">
                <a:latin typeface="Algerian" panose="04020705040A02060702" pitchFamily="82" charset="0"/>
              </a:rPr>
              <a:t>2500049050-T.PAVAN KUMAR</a:t>
            </a:r>
          </a:p>
        </p:txBody>
      </p:sp>
    </p:spTree>
    <p:extLst>
      <p:ext uri="{BB962C8B-B14F-4D97-AF65-F5344CB8AC3E}">
        <p14:creationId xmlns:p14="http://schemas.microsoft.com/office/powerpoint/2010/main" val="1021955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C3CA3-E3AF-E761-CF21-2D8F93D07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Algerian" panose="04020705040A02060702" pitchFamily="82" charset="0"/>
              </a:rPr>
              <a:t>PURPOSE OF THE BUDGET PLANNER </a:t>
            </a:r>
            <a:endParaRPr lang="en-ID" sz="4000" b="1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75111A-0413-8867-D9D3-63E7CBB96E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D" sz="2400" b="1" dirty="0">
                <a:latin typeface="Lucida Bright" panose="02040602050505020304" pitchFamily="18" charset="0"/>
              </a:rPr>
              <a:t>The Main Purpose Of Our Budget Planner Is To Help Users Manage Their Income And Expenses Efficiently.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D" sz="2400" b="1" dirty="0">
                <a:latin typeface="Lucida Bright" panose="02040602050505020304" pitchFamily="18" charset="0"/>
              </a:rPr>
              <a:t> It Automatically Calculates The Balance.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D" sz="2400" b="1" dirty="0">
                <a:latin typeface="Lucida Bright" panose="02040602050505020304" pitchFamily="18" charset="0"/>
              </a:rPr>
              <a:t>Categorizes Expenses, Tracks Savings Goals.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D" sz="2400" b="1" dirty="0">
                <a:latin typeface="Lucida Bright" panose="02040602050505020304" pitchFamily="18" charset="0"/>
              </a:rPr>
              <a:t> Provides Visual Expense Analysis.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D" sz="2400" b="1" dirty="0">
                <a:latin typeface="Lucida Bright" panose="02040602050505020304" pitchFamily="18" charset="0"/>
              </a:rPr>
              <a:t>Alerts Users About Overspending.</a:t>
            </a:r>
            <a:endParaRPr lang="en-ID" b="1" dirty="0">
              <a:latin typeface="Lucida Bright" panose="02040602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0063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0FA1E-0F25-28F8-B6EC-95E7DCD92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35ADBE-7DEA-1A24-F70B-42B39CC181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95045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7F8A9-29E6-EF8D-4572-A6276FA27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631" y="235686"/>
            <a:ext cx="9942409" cy="876193"/>
          </a:xfrm>
        </p:spPr>
        <p:txBody>
          <a:bodyPr/>
          <a:lstStyle/>
          <a:p>
            <a:pPr algn="ctr"/>
            <a:r>
              <a:rPr lang="en-US" dirty="0">
                <a:latin typeface="Algerian" panose="04020705040A02060702" pitchFamily="82" charset="0"/>
              </a:rPr>
              <a:t>1</a:t>
            </a:r>
            <a:r>
              <a:rPr lang="en-US" baseline="30000" dirty="0">
                <a:latin typeface="Algerian" panose="04020705040A02060702" pitchFamily="82" charset="0"/>
              </a:rPr>
              <a:t>ST</a:t>
            </a:r>
            <a:r>
              <a:rPr lang="en-US" dirty="0">
                <a:latin typeface="Algerian" panose="04020705040A02060702" pitchFamily="82" charset="0"/>
              </a:rPr>
              <a:t>  module </a:t>
            </a:r>
            <a:endParaRPr lang="en-ID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0C3B3C-54A7-0ABC-0B2B-ADEC8F0880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631" y="1111879"/>
            <a:ext cx="9942409" cy="4305300"/>
          </a:xfrm>
        </p:spPr>
        <p:txBody>
          <a:bodyPr/>
          <a:lstStyle/>
          <a:p>
            <a:r>
              <a:rPr lang="en-US" sz="3200" b="1" dirty="0">
                <a:latin typeface="Lucida Bright" panose="02040602050505020304" pitchFamily="18" charset="0"/>
              </a:rPr>
              <a:t>Login page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800" dirty="0">
                <a:latin typeface="Lucida Bright" panose="02040602050505020304" pitchFamily="18" charset="0"/>
              </a:rPr>
              <a:t>First we need to </a:t>
            </a:r>
            <a:r>
              <a:rPr lang="en-US" sz="1800" dirty="0" err="1">
                <a:latin typeface="Lucida Bright" panose="02040602050505020304" pitchFamily="18" charset="0"/>
              </a:rPr>
              <a:t>creat</a:t>
            </a:r>
            <a:r>
              <a:rPr lang="en-US" sz="1800" dirty="0">
                <a:latin typeface="Lucida Bright" panose="02040602050505020304" pitchFamily="18" charset="0"/>
              </a:rPr>
              <a:t> an account to </a:t>
            </a:r>
            <a:r>
              <a:rPr lang="en-US" sz="1800" dirty="0" err="1">
                <a:latin typeface="Lucida Bright" panose="02040602050505020304" pitchFamily="18" charset="0"/>
              </a:rPr>
              <a:t>shourt</a:t>
            </a:r>
            <a:r>
              <a:rPr lang="en-US" sz="1800" dirty="0">
                <a:latin typeface="Lucida Bright" panose="02040602050505020304" pitchFamily="18" charset="0"/>
              </a:rPr>
              <a:t> our </a:t>
            </a:r>
            <a:r>
              <a:rPr lang="en-US" sz="1800" dirty="0" err="1">
                <a:latin typeface="Lucida Bright" panose="02040602050505020304" pitchFamily="18" charset="0"/>
              </a:rPr>
              <a:t>montly</a:t>
            </a:r>
            <a:r>
              <a:rPr lang="en-US" sz="1800" dirty="0">
                <a:latin typeface="Lucida Bright" panose="02040602050505020304" pitchFamily="18" charset="0"/>
              </a:rPr>
              <a:t> plan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800" dirty="0">
                <a:latin typeface="Lucida Bright" panose="02040602050505020304" pitchFamily="18" charset="0"/>
              </a:rPr>
              <a:t>Open the budget planner and </a:t>
            </a:r>
            <a:r>
              <a:rPr lang="en-US" sz="1800" dirty="0" err="1">
                <a:latin typeface="Lucida Bright" panose="02040602050505020304" pitchFamily="18" charset="0"/>
              </a:rPr>
              <a:t>creat</a:t>
            </a:r>
            <a:r>
              <a:rPr lang="en-US" sz="1800" dirty="0">
                <a:latin typeface="Lucida Bright" panose="02040602050505020304" pitchFamily="18" charset="0"/>
              </a:rPr>
              <a:t> an account by entering your name and </a:t>
            </a:r>
            <a:r>
              <a:rPr lang="en-US" sz="1800" dirty="0" err="1">
                <a:latin typeface="Lucida Bright" panose="02040602050505020304" pitchFamily="18" charset="0"/>
              </a:rPr>
              <a:t>creat</a:t>
            </a:r>
            <a:r>
              <a:rPr lang="en-US" sz="1800" dirty="0">
                <a:latin typeface="Lucida Bright" panose="02040602050505020304" pitchFamily="18" charset="0"/>
              </a:rPr>
              <a:t> a password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800" dirty="0">
                <a:latin typeface="Lucida Bright" panose="02040602050505020304" pitchFamily="18" charset="0"/>
              </a:rPr>
              <a:t>Click on save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800" dirty="0">
                <a:latin typeface="Lucida Bright" panose="02040602050505020304" pitchFamily="18" charset="0"/>
              </a:rPr>
              <a:t>Now your account is created </a:t>
            </a:r>
            <a:endParaRPr lang="en-ID" dirty="0">
              <a:latin typeface="Lucida Bright" panose="02040602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47583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72B91-C795-4618-9C28-2F872D550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>
                <a:latin typeface="Algerian" panose="04020705040A02060702" pitchFamily="82" charset="0"/>
              </a:rPr>
              <a:t>2</a:t>
            </a:r>
            <a:r>
              <a:rPr lang="en-US" sz="5400" baseline="30000" dirty="0">
                <a:latin typeface="Algerian" panose="04020705040A02060702" pitchFamily="82" charset="0"/>
              </a:rPr>
              <a:t>nd</a:t>
            </a:r>
            <a:r>
              <a:rPr lang="en-US" sz="5400" dirty="0">
                <a:latin typeface="Algerian" panose="04020705040A02060702" pitchFamily="82" charset="0"/>
              </a:rPr>
              <a:t> module</a:t>
            </a:r>
            <a:endParaRPr lang="en-ID" sz="5400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7F4652-F106-4B83-AF1C-F17A416E52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>
                <a:latin typeface="Lucida Bright" panose="02040602050505020304" pitchFamily="18" charset="0"/>
              </a:rPr>
              <a:t>DASH BOARD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800" dirty="0">
                <a:latin typeface="Lucida Bright" panose="02040602050505020304" pitchFamily="18" charset="0"/>
              </a:rPr>
              <a:t>The account is created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800" dirty="0">
                <a:latin typeface="Lucida Bright" panose="02040602050505020304" pitchFamily="18" charset="0"/>
              </a:rPr>
              <a:t>Now you can see the dash bord off income, </a:t>
            </a:r>
            <a:r>
              <a:rPr lang="en-US" sz="1800" dirty="0" err="1">
                <a:latin typeface="Lucida Bright" panose="02040602050505020304" pitchFamily="18" charset="0"/>
              </a:rPr>
              <a:t>expences</a:t>
            </a:r>
            <a:r>
              <a:rPr lang="en-US" sz="1800" dirty="0">
                <a:latin typeface="Lucida Bright" panose="02040602050505020304" pitchFamily="18" charset="0"/>
              </a:rPr>
              <a:t>, balance, saving </a:t>
            </a:r>
            <a:r>
              <a:rPr lang="en-US" sz="1800" dirty="0" err="1">
                <a:latin typeface="Lucida Bright" panose="02040602050505020304" pitchFamily="18" charset="0"/>
              </a:rPr>
              <a:t>gole</a:t>
            </a:r>
            <a:endParaRPr lang="en-US" sz="1800" dirty="0">
              <a:latin typeface="Lucida Bright" panose="020406020505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800" dirty="0">
                <a:latin typeface="Lucida Bright" panose="02040602050505020304" pitchFamily="18" charset="0"/>
              </a:rPr>
              <a:t>That dash board that shows the saved data in your account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800" dirty="0">
                <a:latin typeface="Lucida Bright" panose="02040602050505020304" pitchFamily="18" charset="0"/>
              </a:rPr>
              <a:t>In </a:t>
            </a:r>
            <a:r>
              <a:rPr lang="en-US" sz="1800" dirty="0" err="1">
                <a:latin typeface="Lucida Bright" panose="02040602050505020304" pitchFamily="18" charset="0"/>
              </a:rPr>
              <a:t>downe</a:t>
            </a:r>
            <a:r>
              <a:rPr lang="en-US" sz="1800" dirty="0">
                <a:latin typeface="Lucida Bright" panose="02040602050505020304" pitchFamily="18" charset="0"/>
              </a:rPr>
              <a:t> of the dash board the </a:t>
            </a:r>
            <a:r>
              <a:rPr lang="en-US" sz="1800" dirty="0" err="1">
                <a:latin typeface="Lucida Bright" panose="02040602050505020304" pitchFamily="18" charset="0"/>
              </a:rPr>
              <a:t>detailes</a:t>
            </a:r>
            <a:r>
              <a:rPr lang="en-US" sz="1800" dirty="0">
                <a:latin typeface="Lucida Bright" panose="02040602050505020304" pitchFamily="18" charset="0"/>
              </a:rPr>
              <a:t> or information adding section is present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800" dirty="0">
                <a:latin typeface="Lucida Bright" panose="02040602050505020304" pitchFamily="18" charset="0"/>
              </a:rPr>
              <a:t>In that section add income and add </a:t>
            </a:r>
            <a:r>
              <a:rPr lang="en-US" sz="1800" dirty="0" err="1">
                <a:latin typeface="Lucida Bright" panose="02040602050505020304" pitchFamily="18" charset="0"/>
              </a:rPr>
              <a:t>expences</a:t>
            </a:r>
            <a:r>
              <a:rPr lang="en-US" sz="1800" dirty="0">
                <a:latin typeface="Lucida Bright" panose="02040602050505020304" pitchFamily="18" charset="0"/>
              </a:rPr>
              <a:t>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1800" dirty="0">
              <a:latin typeface="Lucida Bright" panose="02040602050505020304" pitchFamily="18" charset="0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7484223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406E2-E331-4CEA-95A8-8DB2D3472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417" y="1839575"/>
            <a:ext cx="9942409" cy="876193"/>
          </a:xfrm>
        </p:spPr>
        <p:txBody>
          <a:bodyPr>
            <a:normAutofit/>
          </a:bodyPr>
          <a:lstStyle/>
          <a:p>
            <a:r>
              <a:rPr lang="en-US" sz="4400" b="1" dirty="0">
                <a:latin typeface="Algerian" panose="04020705040A02060702" pitchFamily="82" charset="0"/>
              </a:rPr>
              <a:t>Add income </a:t>
            </a:r>
            <a:endParaRPr lang="en-ID" sz="4400" b="1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7C8589-E8C4-B9B4-4AC3-88104146FE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417" y="2715768"/>
            <a:ext cx="9942409" cy="3723132"/>
          </a:xfrm>
        </p:spPr>
        <p:txBody>
          <a:bodyPr/>
          <a:lstStyle/>
          <a:p>
            <a:pPr algn="just"/>
            <a:r>
              <a:rPr lang="en-US" sz="1600" b="1" dirty="0">
                <a:latin typeface="Lucida Bright" panose="02040602050505020304" pitchFamily="18" charset="0"/>
              </a:rPr>
              <a:t>In add income there are two spaces are present </a:t>
            </a:r>
          </a:p>
          <a:p>
            <a:pPr algn="just"/>
            <a:r>
              <a:rPr lang="en-US" sz="1600" b="1" dirty="0">
                <a:latin typeface="Lucida Bright" panose="02040602050505020304" pitchFamily="18" charset="0"/>
              </a:rPr>
              <a:t>One is add income source in that income source we need to add the job name what we do to earn income </a:t>
            </a:r>
          </a:p>
          <a:p>
            <a:pPr algn="just"/>
            <a:r>
              <a:rPr lang="en-US" sz="1600" b="1" dirty="0">
                <a:latin typeface="Lucida Bright" panose="02040602050505020304" pitchFamily="18" charset="0"/>
              </a:rPr>
              <a:t>The second one is the add income means </a:t>
            </a:r>
            <a:r>
              <a:rPr lang="en-US" sz="1600" b="1" dirty="0" err="1">
                <a:latin typeface="Lucida Bright" panose="02040602050505020304" pitchFamily="18" charset="0"/>
              </a:rPr>
              <a:t>addind</a:t>
            </a:r>
            <a:r>
              <a:rPr lang="en-US" sz="1600" b="1" dirty="0">
                <a:latin typeface="Lucida Bright" panose="02040602050505020304" pitchFamily="18" charset="0"/>
              </a:rPr>
              <a:t> the amount how we earn monthly</a:t>
            </a:r>
          </a:p>
          <a:p>
            <a:pPr algn="just"/>
            <a:r>
              <a:rPr lang="en-US" sz="1600" b="1" dirty="0">
                <a:latin typeface="Lucida Bright" panose="02040602050505020304" pitchFamily="18" charset="0"/>
              </a:rPr>
              <a:t>This details are can be viewed in the dashboard where the income section is present</a:t>
            </a:r>
            <a:r>
              <a:rPr lang="en-US" dirty="0"/>
              <a:t> 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1005926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DFD2F-E524-2309-50DB-60AB53285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Algerian" panose="04020705040A02060702" pitchFamily="82" charset="0"/>
              </a:rPr>
              <a:t>Add </a:t>
            </a:r>
            <a:r>
              <a:rPr lang="en-US" sz="4000" b="1" dirty="0" err="1">
                <a:latin typeface="Algerian" panose="04020705040A02060702" pitchFamily="82" charset="0"/>
              </a:rPr>
              <a:t>expences</a:t>
            </a:r>
            <a:endParaRPr lang="en-ID" sz="4000" b="1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850C65-460B-AB8D-5346-FC70DE19F3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1600" dirty="0">
                <a:latin typeface="Lucida Bright" panose="02040602050505020304" pitchFamily="18" charset="0"/>
              </a:rPr>
              <a:t>In this section we have to add the spending </a:t>
            </a:r>
            <a:r>
              <a:rPr lang="en-US" sz="1600" dirty="0" err="1">
                <a:latin typeface="Lucida Bright" panose="02040602050505020304" pitchFamily="18" charset="0"/>
              </a:rPr>
              <a:t>expences</a:t>
            </a:r>
            <a:r>
              <a:rPr lang="en-US" sz="1600" dirty="0">
                <a:latin typeface="Lucida Bright" panose="02040602050505020304" pitchFamily="18" charset="0"/>
              </a:rPr>
              <a:t> how we spent the money </a:t>
            </a:r>
          </a:p>
          <a:p>
            <a:pPr algn="just"/>
            <a:r>
              <a:rPr lang="en-US" sz="1600" dirty="0">
                <a:latin typeface="Lucida Bright" panose="02040602050505020304" pitchFamily="18" charset="0"/>
              </a:rPr>
              <a:t>1.Name of the </a:t>
            </a:r>
            <a:r>
              <a:rPr lang="en-US" sz="1600" dirty="0" err="1">
                <a:latin typeface="Lucida Bright" panose="02040602050505020304" pitchFamily="18" charset="0"/>
              </a:rPr>
              <a:t>expences</a:t>
            </a:r>
            <a:endParaRPr lang="en-US" sz="1600" dirty="0">
              <a:latin typeface="Lucida Bright" panose="02040602050505020304" pitchFamily="18" charset="0"/>
            </a:endParaRPr>
          </a:p>
          <a:p>
            <a:pPr algn="just"/>
            <a:r>
              <a:rPr lang="en-US" sz="1600" dirty="0">
                <a:latin typeface="Lucida Bright" panose="02040602050505020304" pitchFamily="18" charset="0"/>
              </a:rPr>
              <a:t>2.Amount we spent for that</a:t>
            </a:r>
          </a:p>
          <a:p>
            <a:pPr algn="just"/>
            <a:r>
              <a:rPr lang="en-US" sz="1600" dirty="0">
                <a:latin typeface="Lucida Bright" panose="02040602050505020304" pitchFamily="18" charset="0"/>
              </a:rPr>
              <a:t>3.Select the </a:t>
            </a:r>
            <a:r>
              <a:rPr lang="en-US" sz="1600" dirty="0" err="1">
                <a:latin typeface="Lucida Bright" panose="02040602050505020304" pitchFamily="18" charset="0"/>
              </a:rPr>
              <a:t>categire</a:t>
            </a:r>
            <a:r>
              <a:rPr lang="en-US" sz="1600" dirty="0">
                <a:latin typeface="Lucida Bright" panose="02040602050505020304" pitchFamily="18" charset="0"/>
              </a:rPr>
              <a:t> for which </a:t>
            </a:r>
            <a:r>
              <a:rPr lang="en-US" sz="1600" dirty="0" err="1">
                <a:latin typeface="Lucida Bright" panose="02040602050505020304" pitchFamily="18" charset="0"/>
              </a:rPr>
              <a:t>categeri</a:t>
            </a:r>
            <a:r>
              <a:rPr lang="en-US" sz="1600" dirty="0">
                <a:latin typeface="Lucida Bright" panose="02040602050505020304" pitchFamily="18" charset="0"/>
              </a:rPr>
              <a:t> we spent </a:t>
            </a:r>
          </a:p>
          <a:p>
            <a:pPr algn="just"/>
            <a:r>
              <a:rPr lang="en-US" sz="1600" dirty="0">
                <a:latin typeface="Lucida Bright" panose="02040602050505020304" pitchFamily="18" charset="0"/>
              </a:rPr>
              <a:t>EX: </a:t>
            </a:r>
            <a:r>
              <a:rPr lang="en-US" sz="1600" dirty="0" err="1">
                <a:latin typeface="Lucida Bright" panose="02040602050505020304" pitchFamily="18" charset="0"/>
              </a:rPr>
              <a:t>categire</a:t>
            </a:r>
            <a:r>
              <a:rPr lang="en-US" sz="1600" dirty="0">
                <a:latin typeface="Lucida Bright" panose="02040602050505020304" pitchFamily="18" charset="0"/>
              </a:rPr>
              <a:t>: TRANSPORT</a:t>
            </a:r>
          </a:p>
          <a:p>
            <a:pPr algn="just"/>
            <a:r>
              <a:rPr lang="en-US" sz="1600" dirty="0">
                <a:latin typeface="Lucida Bright" panose="02040602050505020304" pitchFamily="18" charset="0"/>
              </a:rPr>
              <a:t>       Name: bus</a:t>
            </a:r>
          </a:p>
          <a:p>
            <a:pPr algn="just"/>
            <a:r>
              <a:rPr lang="en-US" sz="1600" dirty="0">
                <a:latin typeface="Lucida Bright" panose="02040602050505020304" pitchFamily="18" charset="0"/>
              </a:rPr>
              <a:t>Now click on the add </a:t>
            </a:r>
            <a:r>
              <a:rPr lang="en-US" sz="1600" dirty="0" err="1">
                <a:latin typeface="Lucida Bright" panose="02040602050505020304" pitchFamily="18" charset="0"/>
              </a:rPr>
              <a:t>opetion</a:t>
            </a:r>
            <a:r>
              <a:rPr lang="en-US" sz="1600" dirty="0">
                <a:latin typeface="Lucida Bright" panose="02040602050505020304" pitchFamily="18" charset="0"/>
              </a:rPr>
              <a:t> displayed in there section</a:t>
            </a:r>
          </a:p>
          <a:p>
            <a:pPr algn="just"/>
            <a:r>
              <a:rPr lang="en-US" sz="1600" dirty="0">
                <a:latin typeface="Lucida Bright" panose="02040602050505020304" pitchFamily="18" charset="0"/>
              </a:rPr>
              <a:t>The </a:t>
            </a:r>
            <a:r>
              <a:rPr lang="en-US" sz="1600" dirty="0" err="1">
                <a:latin typeface="Lucida Bright" panose="02040602050505020304" pitchFamily="18" charset="0"/>
              </a:rPr>
              <a:t>expences</a:t>
            </a:r>
            <a:r>
              <a:rPr lang="en-US" sz="1600" dirty="0">
                <a:latin typeface="Lucida Bright" panose="02040602050505020304" pitchFamily="18" charset="0"/>
              </a:rPr>
              <a:t> also added now you can check the dash board again the </a:t>
            </a:r>
            <a:r>
              <a:rPr lang="en-US" sz="1600" dirty="0" err="1">
                <a:latin typeface="Lucida Bright" panose="02040602050505020304" pitchFamily="18" charset="0"/>
              </a:rPr>
              <a:t>exxpences</a:t>
            </a:r>
            <a:r>
              <a:rPr lang="en-US" sz="1600" dirty="0">
                <a:latin typeface="Lucida Bright" panose="02040602050505020304" pitchFamily="18" charset="0"/>
              </a:rPr>
              <a:t> section </a:t>
            </a:r>
            <a:r>
              <a:rPr lang="en-US" sz="1600" dirty="0" err="1">
                <a:latin typeface="Lucida Bright" panose="02040602050505020304" pitchFamily="18" charset="0"/>
              </a:rPr>
              <a:t>contais</a:t>
            </a:r>
            <a:r>
              <a:rPr lang="en-US" sz="1600" dirty="0">
                <a:latin typeface="Lucida Bright" panose="02040602050505020304" pitchFamily="18" charset="0"/>
              </a:rPr>
              <a:t> </a:t>
            </a:r>
            <a:r>
              <a:rPr lang="en-US" sz="1600" dirty="0" err="1">
                <a:latin typeface="Lucida Bright" panose="02040602050505020304" pitchFamily="18" charset="0"/>
              </a:rPr>
              <a:t>amout</a:t>
            </a:r>
            <a:r>
              <a:rPr lang="en-US" sz="1600" dirty="0">
                <a:latin typeface="Lucida Bright" panose="02040602050505020304" pitchFamily="18" charset="0"/>
              </a:rPr>
              <a:t> and the balance section also had an amount and the </a:t>
            </a:r>
            <a:r>
              <a:rPr lang="en-US" sz="1600" dirty="0" err="1">
                <a:latin typeface="Lucida Bright" panose="02040602050505020304" pitchFamily="18" charset="0"/>
              </a:rPr>
              <a:t>gole</a:t>
            </a:r>
            <a:r>
              <a:rPr lang="en-US" sz="1600" dirty="0">
                <a:latin typeface="Lucida Bright" panose="02040602050505020304" pitchFamily="18" charset="0"/>
              </a:rPr>
              <a:t> section is also contains some amount 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2689836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189C0-0C6E-47BC-0F53-DA77252CD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b="1" dirty="0">
                <a:latin typeface="Algerian" panose="04020705040A02060702" pitchFamily="82" charset="0"/>
              </a:rPr>
              <a:t>Module 3</a:t>
            </a:r>
            <a:endParaRPr lang="en-ID" b="1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07131A-E64E-0220-00A3-038EB0E77F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1" dirty="0">
                <a:latin typeface="Lucida Bright" panose="02040602050505020304" pitchFamily="18" charset="0"/>
              </a:rPr>
              <a:t>SAVINGS GOAL</a:t>
            </a:r>
          </a:p>
          <a:p>
            <a:pPr algn="just"/>
            <a:r>
              <a:rPr lang="en-US" dirty="0">
                <a:latin typeface="Lucida Bright" panose="02040602050505020304" pitchFamily="18" charset="0"/>
              </a:rPr>
              <a:t>In this section if we have any saving goal means if we want to save the some amount at the end of the every month</a:t>
            </a:r>
          </a:p>
          <a:p>
            <a:pPr algn="just"/>
            <a:r>
              <a:rPr lang="en-US" dirty="0">
                <a:latin typeface="Lucida Bright" panose="02040602050505020304" pitchFamily="18" charset="0"/>
              </a:rPr>
              <a:t>It show how much how much </a:t>
            </a:r>
            <a:r>
              <a:rPr lang="en-US" dirty="0" err="1">
                <a:latin typeface="Lucida Bright" panose="02040602050505020304" pitchFamily="18" charset="0"/>
              </a:rPr>
              <a:t>chanes</a:t>
            </a:r>
            <a:r>
              <a:rPr lang="en-US" dirty="0">
                <a:latin typeface="Lucida Bright" panose="02040602050505020304" pitchFamily="18" charset="0"/>
              </a:rPr>
              <a:t> that we have to save the money based on our spendings .</a:t>
            </a:r>
          </a:p>
          <a:p>
            <a:pPr algn="just"/>
            <a:r>
              <a:rPr lang="en-US" dirty="0">
                <a:latin typeface="Lucida Bright" panose="02040602050505020304" pitchFamily="18" charset="0"/>
              </a:rPr>
              <a:t>1.There is a enter savings </a:t>
            </a:r>
            <a:r>
              <a:rPr lang="en-US" dirty="0" err="1">
                <a:latin typeface="Lucida Bright" panose="02040602050505020304" pitchFamily="18" charset="0"/>
              </a:rPr>
              <a:t>gole</a:t>
            </a:r>
            <a:r>
              <a:rPr lang="en-US" dirty="0">
                <a:latin typeface="Lucida Bright" panose="02040602050505020304" pitchFamily="18" charset="0"/>
              </a:rPr>
              <a:t> is present in that section we had to enter our savings goal amount </a:t>
            </a:r>
          </a:p>
          <a:p>
            <a:pPr algn="just"/>
            <a:r>
              <a:rPr lang="en-US" dirty="0">
                <a:latin typeface="Lucida Bright" panose="02040602050505020304" pitchFamily="18" charset="0"/>
              </a:rPr>
              <a:t>2.bottem there is a percentage bare is present that shows the possible savings chances in percentage format</a:t>
            </a:r>
          </a:p>
          <a:p>
            <a:pPr algn="just"/>
            <a:r>
              <a:rPr lang="en-US" dirty="0">
                <a:latin typeface="Lucida Bright" panose="02040602050505020304" pitchFamily="18" charset="0"/>
              </a:rPr>
              <a:t>3.Below it shows the smart </a:t>
            </a:r>
            <a:r>
              <a:rPr lang="en-US" dirty="0" err="1">
                <a:latin typeface="Lucida Bright" panose="02040602050505020304" pitchFamily="18" charset="0"/>
              </a:rPr>
              <a:t>suggition</a:t>
            </a:r>
            <a:r>
              <a:rPr lang="en-US" dirty="0">
                <a:latin typeface="Lucida Bright" panose="02040602050505020304" pitchFamily="18" charset="0"/>
              </a:rPr>
              <a:t> to avoid the </a:t>
            </a:r>
            <a:r>
              <a:rPr lang="en-US" dirty="0" err="1">
                <a:latin typeface="Lucida Bright" panose="02040602050505020304" pitchFamily="18" charset="0"/>
              </a:rPr>
              <a:t>unanted</a:t>
            </a:r>
            <a:r>
              <a:rPr lang="en-US" dirty="0">
                <a:latin typeface="Lucida Bright" panose="02040602050505020304" pitchFamily="18" charset="0"/>
              </a:rPr>
              <a:t> spendings.</a:t>
            </a:r>
          </a:p>
          <a:p>
            <a:pPr algn="just"/>
            <a:endParaRPr lang="en-US" dirty="0"/>
          </a:p>
          <a:p>
            <a:endParaRPr lang="en-US" dirty="0"/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1268233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9864E-F33C-A7A4-DADC-5A3C52603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>
                <a:latin typeface="Algerian" panose="04020705040A02060702" pitchFamily="82" charset="0"/>
              </a:rPr>
              <a:t>Module 4 </a:t>
            </a:r>
            <a:endParaRPr lang="en-ID" sz="4000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1CF44-8D4B-0B32-CFAA-DEDDB37900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1800" dirty="0">
                <a:latin typeface="Lucida Bright" panose="02040602050505020304" pitchFamily="18" charset="0"/>
              </a:rPr>
              <a:t>In this module the given information is displayed 1 by 1 in this section. There will be a </a:t>
            </a:r>
            <a:r>
              <a:rPr lang="en-US" sz="1800" dirty="0" err="1">
                <a:latin typeface="Lucida Bright" panose="02040602050505020304" pitchFamily="18" charset="0"/>
              </a:rPr>
              <a:t>delet</a:t>
            </a:r>
            <a:r>
              <a:rPr lang="en-US" sz="1800" dirty="0">
                <a:latin typeface="Lucida Bright" panose="02040602050505020304" pitchFamily="18" charset="0"/>
              </a:rPr>
              <a:t> option is present if we want to </a:t>
            </a:r>
            <a:r>
              <a:rPr lang="en-US" sz="1800" dirty="0" err="1">
                <a:latin typeface="Lucida Bright" panose="02040602050505020304" pitchFamily="18" charset="0"/>
              </a:rPr>
              <a:t>delet</a:t>
            </a:r>
            <a:r>
              <a:rPr lang="en-US" sz="1800" dirty="0">
                <a:latin typeface="Lucida Bright" panose="02040602050505020304" pitchFamily="18" charset="0"/>
              </a:rPr>
              <a:t> the particular data we can </a:t>
            </a:r>
            <a:r>
              <a:rPr lang="en-US" sz="1800" dirty="0" err="1">
                <a:latin typeface="Lucida Bright" panose="02040602050505020304" pitchFamily="18" charset="0"/>
              </a:rPr>
              <a:t>delet</a:t>
            </a:r>
            <a:r>
              <a:rPr lang="en-US" sz="1800" dirty="0">
                <a:latin typeface="Lucida Bright" panose="02040602050505020304" pitchFamily="18" charset="0"/>
              </a:rPr>
              <a:t> it if we </a:t>
            </a:r>
            <a:r>
              <a:rPr lang="en-US" sz="1800" dirty="0" err="1">
                <a:latin typeface="Lucida Bright" panose="02040602050505020304" pitchFamily="18" charset="0"/>
              </a:rPr>
              <a:t>delet</a:t>
            </a:r>
            <a:r>
              <a:rPr lang="en-US" sz="1800" dirty="0">
                <a:latin typeface="Lucida Bright" panose="02040602050505020304" pitchFamily="18" charset="0"/>
              </a:rPr>
              <a:t> that data we can see the changes in the dash board data and the chart which display the graphical representation </a:t>
            </a:r>
          </a:p>
        </p:txBody>
      </p:sp>
    </p:spTree>
    <p:extLst>
      <p:ext uri="{BB962C8B-B14F-4D97-AF65-F5344CB8AC3E}">
        <p14:creationId xmlns:p14="http://schemas.microsoft.com/office/powerpoint/2010/main" val="13103651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EE37E-F763-87B9-84F9-6AAA080F5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>
                <a:latin typeface="Algerian" panose="04020705040A02060702" pitchFamily="82" charset="0"/>
              </a:rPr>
              <a:t>Module 5 </a:t>
            </a:r>
            <a:endParaRPr lang="en-ID" sz="3600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A7E97B-F46F-525C-4D51-AE187B80A0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Lucida Bright" panose="02040602050505020304" pitchFamily="18" charset="0"/>
              </a:rPr>
              <a:t>The chart </a:t>
            </a:r>
          </a:p>
          <a:p>
            <a:r>
              <a:rPr lang="en-US" sz="1800" dirty="0">
                <a:latin typeface="Lucida Bright" panose="02040602050505020304" pitchFamily="18" charset="0"/>
              </a:rPr>
              <a:t>We used the mostly used </a:t>
            </a:r>
            <a:r>
              <a:rPr lang="en-US" sz="1800" dirty="0" err="1">
                <a:latin typeface="Lucida Bright" panose="02040602050505020304" pitchFamily="18" charset="0"/>
              </a:rPr>
              <a:t>piechart</a:t>
            </a:r>
            <a:r>
              <a:rPr lang="en-US" sz="1800" dirty="0">
                <a:latin typeface="Lucida Bright" panose="02040602050505020304" pitchFamily="18" charset="0"/>
              </a:rPr>
              <a:t> in this site which represent the data in the chart </a:t>
            </a:r>
            <a:r>
              <a:rPr lang="en-US" sz="1800" dirty="0" err="1">
                <a:latin typeface="Lucida Bright" panose="02040602050505020304" pitchFamily="18" charset="0"/>
              </a:rPr>
              <a:t>formet</a:t>
            </a:r>
            <a:r>
              <a:rPr lang="en-US" sz="1800" dirty="0">
                <a:latin typeface="Lucida Bright" panose="02040602050505020304" pitchFamily="18" charset="0"/>
              </a:rPr>
              <a:t> to understand </a:t>
            </a:r>
            <a:r>
              <a:rPr lang="en-US" sz="1800" dirty="0" err="1">
                <a:latin typeface="Lucida Bright" panose="02040602050505020304" pitchFamily="18" charset="0"/>
              </a:rPr>
              <a:t>easeyly</a:t>
            </a:r>
            <a:r>
              <a:rPr lang="en-US" sz="1800" dirty="0">
                <a:latin typeface="Lucida Bright" panose="020406020505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3159976"/>
      </p:ext>
    </p:extLst>
  </p:cSld>
  <p:clrMapOvr>
    <a:masterClrMapping/>
  </p:clrMapOvr>
</p:sld>
</file>

<file path=ppt/theme/theme1.xml><?xml version="1.0" encoding="utf-8"?>
<a:theme xmlns:a="http://schemas.openxmlformats.org/drawingml/2006/main" name="Film Burn">
  <a:themeElements>
    <a:clrScheme name="Custom 2">
      <a:dk1>
        <a:srgbClr val="09090C"/>
      </a:dk1>
      <a:lt1>
        <a:sysClr val="window" lastClr="FFFFFF"/>
      </a:lt1>
      <a:dk2>
        <a:srgbClr val="000000"/>
      </a:dk2>
      <a:lt2>
        <a:srgbClr val="F9EFEC"/>
      </a:lt2>
      <a:accent1>
        <a:srgbClr val="CB49B2"/>
      </a:accent1>
      <a:accent2>
        <a:srgbClr val="7C3191"/>
      </a:accent2>
      <a:accent3>
        <a:srgbClr val="E95D48"/>
      </a:accent3>
      <a:accent4>
        <a:srgbClr val="F08E6B"/>
      </a:accent4>
      <a:accent5>
        <a:srgbClr val="D93752"/>
      </a:accent5>
      <a:accent6>
        <a:srgbClr val="EE7345"/>
      </a:accent6>
      <a:hlink>
        <a:srgbClr val="CB49B2"/>
      </a:hlink>
      <a:folHlink>
        <a:srgbClr val="E95D48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" id="{4524321E-1019-4E52-AA1C-5D37B75CD749}" vid="{4A46179B-AA1B-40E1-9320-430DA2EBD8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807</TotalTime>
  <Words>501</Words>
  <Application>Microsoft Office PowerPoint</Application>
  <PresentationFormat>Widescreen</PresentationFormat>
  <Paragraphs>56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Algerian</vt:lpstr>
      <vt:lpstr>Arial</vt:lpstr>
      <vt:lpstr>Lucida Bright</vt:lpstr>
      <vt:lpstr>Neue Haas Grotesk Text Pro</vt:lpstr>
      <vt:lpstr>Wingdings</vt:lpstr>
      <vt:lpstr>Film Burn</vt:lpstr>
      <vt:lpstr>BUDGET PLANNER</vt:lpstr>
      <vt:lpstr>Team information</vt:lpstr>
      <vt:lpstr>PURPOSE OF THE BUDGET PLANNER </vt:lpstr>
      <vt:lpstr>PowerPoint Presentation</vt:lpstr>
      <vt:lpstr>1ST  module </vt:lpstr>
      <vt:lpstr>2nd module</vt:lpstr>
      <vt:lpstr>Add income </vt:lpstr>
      <vt:lpstr>Add expences</vt:lpstr>
      <vt:lpstr>Module 3</vt:lpstr>
      <vt:lpstr>Module 4 </vt:lpstr>
      <vt:lpstr>Module 5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 kumar</dc:creator>
  <cp:lastModifiedBy>p kumar</cp:lastModifiedBy>
  <cp:revision>1</cp:revision>
  <dcterms:created xsi:type="dcterms:W3CDTF">2026-10-03T08:56:21Z</dcterms:created>
  <dcterms:modified xsi:type="dcterms:W3CDTF">2026-10-05T14:55:13Z</dcterms:modified>
</cp:coreProperties>
</file>